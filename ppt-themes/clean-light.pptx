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1A365D"/>
                </a:solidFill>
                <a:latin typeface="Helvetica Neue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rgbClr val="2D3748"/>
                </a:solidFill>
                <a:latin typeface="Helvetica Neue"/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2D3748"/>
                </a:solidFill>
                <a:latin typeface="Helvetica Neue"/>
              </a:rPr>
              <a:t>Second level</a:t>
            </a:r>
          </a:p>
          <a:p>
            <a:pPr lvl="2"/>
            <a:r>
              <a:rPr lang="en-US">
                <a:solidFill>
                  <a:srgbClr val="2D3748"/>
                </a:solidFill>
                <a:latin typeface="Helvetica Neue"/>
              </a:rPr>
              <a:t>Third level</a:t>
            </a:r>
          </a:p>
          <a:p>
            <a:pPr lvl="3"/>
            <a:r>
              <a:rPr lang="en-US">
                <a:solidFill>
                  <a:srgbClr val="2D3748"/>
                </a:solidFill>
                <a:latin typeface="Helvetica Neue"/>
              </a:rPr>
              <a:t>Fourth level</a:t>
            </a:r>
          </a:p>
          <a:p>
            <a:pPr lvl="4"/>
            <a:r>
              <a:rPr lang="en-US">
                <a:solidFill>
                  <a:srgbClr val="2D3748"/>
                </a:solidFill>
                <a:latin typeface="Helvetica Neue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